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83" r:id="rId2"/>
    <p:sldId id="257" r:id="rId3"/>
    <p:sldId id="282" r:id="rId4"/>
    <p:sldId id="285" r:id="rId5"/>
    <p:sldId id="278" r:id="rId6"/>
    <p:sldId id="279" r:id="rId7"/>
    <p:sldId id="292" r:id="rId8"/>
    <p:sldId id="262" r:id="rId9"/>
    <p:sldId id="290" r:id="rId10"/>
    <p:sldId id="291" r:id="rId11"/>
    <p:sldId id="286" r:id="rId12"/>
    <p:sldId id="287" r:id="rId13"/>
    <p:sldId id="280" r:id="rId14"/>
    <p:sldId id="288" r:id="rId15"/>
    <p:sldId id="289" r:id="rId16"/>
    <p:sldId id="276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CF01E1DC-0F11-33A4-26ED-600811F51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0B958A04-E51F-43D4-7394-21FB6E4A79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07C3AF5-1DAC-F371-E207-1E99EA55CD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0239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9D317CDF-7DC0-CA5A-918A-D2622AB8A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C9616B3B-ECE6-F081-F102-9239F316A6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21B32430-2A94-BD8A-6648-48A98697D9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0600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srksjpuc716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aagav-Krishnan/Network-Intrusion-detection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network-intrusion-detection-14k5-3rfbywuoc.vercel.app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Machine Learning with IBM Cloud”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501900977"/>
              </p:ext>
            </p:extLst>
          </p:nvPr>
        </p:nvGraphicFramePr>
        <p:xfrm>
          <a:off x="1102321" y="2628595"/>
          <a:ext cx="10022334" cy="2989780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173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669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03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7173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804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Raagav Krishnan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hlinkClick r:id="rId3"/>
                        </a:rPr>
                        <a:t>srksjpuc716raag@gmail.com</a:t>
                      </a:r>
                      <a:r>
                        <a:rPr lang="en-US" sz="1800" dirty="0"/>
                        <a:t> 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+91 7348860439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690624" y="1577974"/>
            <a:ext cx="10280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+mj-lt"/>
              </a:rPr>
              <a:t>Domain of  Project – </a:t>
            </a:r>
            <a:r>
              <a:rPr lang="en-US" sz="2800" dirty="0">
                <a:latin typeface="+mj-lt"/>
              </a:rPr>
              <a:t>Cybersecurity/Network Security</a:t>
            </a:r>
            <a:endParaRPr lang="en-IN" sz="2800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690625" y="601799"/>
            <a:ext cx="114133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+mj-lt"/>
              </a:rPr>
              <a:t>Project Title – </a:t>
            </a:r>
            <a:r>
              <a:rPr lang="en-US" sz="2800" dirty="0">
                <a:latin typeface="+mj-lt"/>
              </a:rPr>
              <a:t>SecureNetAI</a:t>
            </a:r>
            <a:r>
              <a:rPr lang="en-US" sz="2800" b="1" dirty="0">
                <a:latin typeface="+mj-lt"/>
              </a:rPr>
              <a:t>,</a:t>
            </a:r>
            <a:r>
              <a:rPr lang="en-US" sz="2800" dirty="0">
                <a:latin typeface="+mj-lt"/>
              </a:rPr>
              <a:t> ML-Powered Network Intrusion Detection System</a:t>
            </a:r>
            <a:r>
              <a:rPr lang="en-US" sz="2800" b="1" dirty="0">
                <a:latin typeface="+mj-lt"/>
              </a:rPr>
              <a:t> </a:t>
            </a:r>
            <a:endParaRPr lang="en-IN" sz="2800" b="1" dirty="0">
              <a:highlight>
                <a:srgbClr val="FFFF00"/>
              </a:highlight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27A83F-A963-97F3-7FC9-0E58EF3DE0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3418" y="3776283"/>
            <a:ext cx="1319605" cy="16966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08837" y="958914"/>
            <a:ext cx="11357834" cy="523220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fontAlgn="base"/>
            <a:r>
              <a:rPr lang="en-US" sz="2000" b="1" dirty="0"/>
              <a:t>Problem Statement: Network Intrusion Detection using Machine Learning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Organizations and network administrators face increasing difficulty in identifying malicious or anomalous network traffic among massive volumes of legitimate connections. Traditional rule-based intrusion detection systems struggle to keep up with evolving attack patterns and often fail to generalize to novel or subtle threats. Manual monitoring of network logs is time-consuming, error-prone, and does not scale with the volume of modern network traffic. Your task is to design, build, and evaluate a machine learning model that can accurately classify network connections as normal or anomalous based on connection-level features such as protocol type, service, byte counts, error rates, and host-level statistics. The goal is to create a reliable, automated system that can support security teams in detecting intrusions early, reducing response time, and minimizing the risk of undetected cyberattacks such as DoS, probing, and unauthorized access attempts.</a:t>
            </a:r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295393" y="209651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+mj-lt"/>
              </a:rPr>
              <a:t>Problem Statement -</a:t>
            </a:r>
            <a:endParaRPr lang="en-IN" sz="28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30332" y="788154"/>
            <a:ext cx="11131336" cy="60369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sz="2000" b="1" dirty="0"/>
              <a:t>IBM watsonx.ai Studio – Auto AI:</a:t>
            </a:r>
          </a:p>
          <a:p>
            <a:pPr algn="just" fontAlgn="base">
              <a:lnSpc>
                <a:spcPct val="150000"/>
              </a:lnSpc>
            </a:pPr>
            <a:r>
              <a:rPr lang="en-US" sz="2000" dirty="0"/>
              <a:t>We propose an AI-powered Network Intrusion Detection System, SecureNet AI, using IBM watsonx.ai Studio and Auto AI. Network traffic connection data (protocol type, service, flag, byte counts, connection counts, error/rejection rates, host-level statistics, etc.) sourced from the NSL-KDD dataset will be uploaded to watsonx.ai. Auto AI will automatically perform data preprocessing, feature engineering,  algorithm selection, and hyperparameter optimization across multiple  candidate algorithms (Random Forest, </a:t>
            </a:r>
            <a:r>
              <a:rPr lang="en-US" sz="2000" dirty="0" err="1"/>
              <a:t>XGBoost</a:t>
            </a:r>
            <a:r>
              <a:rPr lang="en-US" sz="2000" dirty="0"/>
              <a:t>, LGBM, Logistic Regression, Snap Decision Tree, and others).Multiple classification pipelines will be generated and evaluated to identify the best-performing model for binary intrusion detection (normal vs. anomaly).</a:t>
            </a:r>
          </a:p>
          <a:p>
            <a:pPr algn="just" fontAlgn="base">
              <a:lnSpc>
                <a:spcPct val="150000"/>
              </a:lnSpc>
            </a:pPr>
            <a:r>
              <a:rPr lang="en-US" sz="2000" dirty="0"/>
              <a:t>The selected model will be deployed as a live REST API on IBM Cloud, and paired with IBM Granite (foundation model) to generate plain-English explanations for each flagged connection turning raw predictions into actionable security insights for end users.</a:t>
            </a:r>
            <a:br>
              <a:rPr lang="en-US" sz="2000" dirty="0"/>
            </a:br>
            <a:r>
              <a:rPr lang="en-US" sz="20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158538" y="203047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Proposed Solution -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409595" y="352657"/>
            <a:ext cx="71231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dirty="0"/>
              <a:t>Technology Used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20681" y="1216435"/>
            <a:ext cx="10515600" cy="50167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IBM Cloud</a:t>
            </a:r>
            <a:r>
              <a:rPr lang="en-US" sz="2000" dirty="0"/>
              <a:t>: It provides the infrastructure to build, deploy, and scale </a:t>
            </a:r>
            <a:r>
              <a:rPr lang="en-US" sz="2000"/>
              <a:t>the SecureNetAI </a:t>
            </a:r>
            <a:r>
              <a:rPr lang="en-US" sz="2000" dirty="0"/>
              <a:t>intrusion detection agent efficiently. IBM Cloud enables a reliable, secure, and scalable environment for deploying the network intrusion detection model and its explanation layer.</a:t>
            </a:r>
          </a:p>
          <a:p>
            <a:pPr algn="just"/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ML Algorithm/Model Used</a:t>
            </a:r>
            <a:r>
              <a:rPr lang="en-US" sz="2000" dirty="0"/>
              <a:t>: Decision Tree Classifier(selected by IBM watsonx.ai </a:t>
            </a:r>
            <a:r>
              <a:rPr lang="en-US" sz="2000" dirty="0" err="1"/>
              <a:t>AutoAI</a:t>
            </a:r>
            <a:r>
              <a:rPr lang="en-US" sz="2000" dirty="0"/>
              <a:t>)</a:t>
            </a:r>
          </a:p>
          <a:p>
            <a:pPr algn="just"/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Accuracy Obtained:</a:t>
            </a:r>
            <a:r>
              <a:rPr lang="en-US" sz="2000" dirty="0"/>
              <a:t> 0.998(Holdout)</a:t>
            </a:r>
          </a:p>
          <a:p>
            <a:pPr algn="just"/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Enhancements and Hyperparameter Tuning:</a:t>
            </a:r>
            <a:r>
              <a:rPr lang="en-US" sz="2000" dirty="0"/>
              <a:t> </a:t>
            </a:r>
            <a:r>
              <a:rPr lang="en-US" sz="2000" dirty="0" err="1"/>
              <a:t>AutoAI's</a:t>
            </a:r>
            <a:r>
              <a:rPr lang="en-US" sz="2000" dirty="0"/>
              <a:t> runtime-optimized algorithm and hyperparameter search was applied across multiple candidate models; IBM Granite (granite-3-8b-instruct) was integrated as a post-prediction explanation layer to improve interpretability of flagged anomalies.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algn="just"/>
            <a:endParaRPr lang="en-US" sz="2000" dirty="0"/>
          </a:p>
          <a:p>
            <a:pPr algn="just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51D3A"/>
              </a:buClr>
              <a:buSzPts val="3500"/>
            </a:pPr>
            <a:r>
              <a:rPr lang="en-US" sz="2800" b="1" dirty="0">
                <a:sym typeface="Times New Roman"/>
              </a:rPr>
              <a:t>Training Screenshots-</a:t>
            </a:r>
            <a:endParaRPr sz="2800" b="1" dirty="0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CE7C54-E47D-A625-2B46-5454582F43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485"/>
          <a:stretch>
            <a:fillRect/>
          </a:stretch>
        </p:blipFill>
        <p:spPr>
          <a:xfrm>
            <a:off x="537590" y="1132947"/>
            <a:ext cx="11361391" cy="510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0485A73C-874E-96BB-F36F-A5E09986E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F71DACC9-FD0F-786B-0F59-57DBD54EA440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51D3A"/>
              </a:buClr>
              <a:buSzPts val="3500"/>
            </a:pPr>
            <a:r>
              <a:rPr lang="en-US" sz="2800" b="1" dirty="0">
                <a:sym typeface="Times New Roman"/>
              </a:rPr>
              <a:t>Training Screenshots-</a:t>
            </a:r>
            <a:endParaRPr sz="2800" b="1" dirty="0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E40797-AAE0-BDA3-A55A-6CB52D935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90" y="1003883"/>
            <a:ext cx="11244607" cy="4994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707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Best Model Screenshot: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F74205-EC03-B8DB-126A-71F2374A69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05"/>
          <a:stretch>
            <a:fillRect/>
          </a:stretch>
        </p:blipFill>
        <p:spPr>
          <a:xfrm>
            <a:off x="537590" y="931517"/>
            <a:ext cx="11283885" cy="49949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E69E7BF-BEF2-458E-692A-A750B748D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56959763-B5B5-22E5-733E-B3F05D391F6B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Testing Screenshot: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4C8ED3-25DE-3E1A-C636-9FA83E966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06" y="951316"/>
            <a:ext cx="11038788" cy="4955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656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2DC2F13-C09F-1D50-6289-15F22A1D77FA}"/>
              </a:ext>
            </a:extLst>
          </p:cNvPr>
          <p:cNvSpPr txBox="1"/>
          <p:nvPr/>
        </p:nvSpPr>
        <p:spPr>
          <a:xfrm>
            <a:off x="414759" y="207380"/>
            <a:ext cx="505278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i="0" u="none" strike="noStrike" baseline="0" dirty="0">
                <a:solidFill>
                  <a:srgbClr val="000000"/>
                </a:solidFill>
                <a:latin typeface="Calibri"/>
              </a:rPr>
              <a:t>Testing Screenshot:</a:t>
            </a: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4F4724-6BF7-AB43-A8F7-B5A4A730FC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8"/>
          <a:stretch>
            <a:fillRect/>
          </a:stretch>
        </p:blipFill>
        <p:spPr>
          <a:xfrm>
            <a:off x="553039" y="951631"/>
            <a:ext cx="11085922" cy="495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295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409594" y="390364"/>
            <a:ext cx="7123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Novelty and Uniqueness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11186" y="1037326"/>
            <a:ext cx="10769628" cy="51136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solution automates network intrusion detection, reducing manual log monitoring effort and response time.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It uses IBM watsonx.ai </a:t>
            </a:r>
            <a:r>
              <a:rPr lang="en-US" sz="2000" dirty="0" err="1"/>
              <a:t>AutoAI</a:t>
            </a:r>
            <a:r>
              <a:rPr lang="en-US" sz="2000" dirty="0"/>
              <a:t> to automatically discover the best-performing machine learning model without extensive manual coding or algorithm selection.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system goes beyond a black-box classifier by integrating IBM Granite to generate human-readable explanations for every flagged connection, helping security analysts understand *why* traffic was classified as anomalous.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system can accurately classify network connections as normal or anomalous through a single intelligent platform, deployed as a live, testable REST API.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model ensures consistent, automated threat detection, reducing reliance on manual rule-writing and minimizing missed or delayed detections.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605982" y="449695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>
                <a:sym typeface="Times New Roman"/>
              </a:rPr>
              <a:t>Git Hub Link</a:t>
            </a:r>
            <a:endParaRPr sz="28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515132-C021-2152-09B3-E86675241C15}"/>
              </a:ext>
            </a:extLst>
          </p:cNvPr>
          <p:cNvSpPr txBox="1"/>
          <p:nvPr/>
        </p:nvSpPr>
        <p:spPr>
          <a:xfrm>
            <a:off x="822562" y="1282120"/>
            <a:ext cx="10536737" cy="465197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sz="2000" dirty="0"/>
              <a:t>GitHub Repository: </a:t>
            </a:r>
            <a:r>
              <a:rPr lang="en-US" sz="2000" dirty="0">
                <a:hlinkClick r:id="rId3"/>
              </a:rPr>
              <a:t>https://github.com/Raagav-Krishnan/Network-Intrusion-detection</a:t>
            </a:r>
            <a:endParaRPr lang="en-US" sz="2000" dirty="0"/>
          </a:p>
          <a:p>
            <a:pPr fontAlgn="base">
              <a:lnSpc>
                <a:spcPct val="150000"/>
              </a:lnSpc>
            </a:pPr>
            <a:r>
              <a:rPr lang="en-US" sz="2000" dirty="0"/>
              <a:t>Deployed Application Link: </a:t>
            </a:r>
            <a:r>
              <a:rPr lang="en-US" sz="2000" dirty="0">
                <a:hlinkClick r:id="rId4"/>
              </a:rPr>
              <a:t>https://network-intrusion-detection-14k5-3rfbywuoc.vercel.app/</a:t>
            </a:r>
            <a:endParaRPr lang="en-US" sz="2000" dirty="0"/>
          </a:p>
          <a:p>
            <a:pPr fontAlgn="base">
              <a:lnSpc>
                <a:spcPct val="150000"/>
              </a:lnSpc>
            </a:pPr>
            <a:endParaRPr lang="en-US" sz="2000" dirty="0"/>
          </a:p>
          <a:p>
            <a:pPr fontAlgn="base">
              <a:lnSpc>
                <a:spcPct val="150000"/>
              </a:lnSpc>
            </a:pPr>
            <a:r>
              <a:rPr lang="en-US" sz="2000" dirty="0"/>
              <a:t>Uploaded files:</a:t>
            </a:r>
          </a:p>
          <a:p>
            <a:pPr marL="457200" indent="-457200" fontAlgn="base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data/ Train_data.csv , Test_data.csv</a:t>
            </a:r>
          </a:p>
          <a:p>
            <a:pPr marL="457200" indent="-457200" fontAlgn="base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SB4UniversityEngagements_AICTE_Problem_Statements_2026.pdf (problem statement)</a:t>
            </a:r>
          </a:p>
          <a:p>
            <a:pPr marL="457200" indent="-457200" fontAlgn="base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SecureNet AI project presentation.pptx</a:t>
            </a:r>
          </a:p>
          <a:p>
            <a:pPr marL="457200" indent="-457200" fontAlgn="base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_P2 - Decision Tree Classifier_ network intrusion </a:t>
            </a:r>
            <a:r>
              <a:rPr lang="en-US" sz="2000" dirty="0" err="1"/>
              <a:t>detection.ipynb</a:t>
            </a:r>
            <a:r>
              <a:rPr lang="en-US" sz="2000" dirty="0"/>
              <a:t> (Python notebook downloaded from IBM Cloud)</a:t>
            </a: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668662" y="17455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>
                <a:sym typeface="Times New Roman"/>
              </a:rPr>
              <a:t>Future Scope </a:t>
            </a:r>
            <a:endParaRPr sz="28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848413" y="878567"/>
            <a:ext cx="10590084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 algn="just">
              <a:lnSpc>
                <a:spcPct val="150000"/>
              </a:lnSpc>
              <a:buSzPts val="1850"/>
              <a:buFont typeface="Arial" panose="020B0604020202020204" pitchFamily="34" charset="0"/>
              <a:buChar char="•"/>
            </a:pPr>
            <a:r>
              <a:rPr lang="en-US" sz="2000" dirty="0"/>
              <a:t>The system can be integrated with live network traffic monitoring tools (e.g., NetFlow/</a:t>
            </a:r>
            <a:r>
              <a:rPr lang="en-US" sz="2000" dirty="0" err="1"/>
              <a:t>sFlow</a:t>
            </a:r>
            <a:r>
              <a:rPr lang="en-US" sz="2000" dirty="0"/>
              <a:t> exporters) to enable real-time intrusion detection instead of static, pre-extracted feature analysis. </a:t>
            </a:r>
          </a:p>
          <a:p>
            <a:pPr marL="342900" lvl="0" indent="-342900" algn="just">
              <a:lnSpc>
                <a:spcPct val="150000"/>
              </a:lnSpc>
              <a:buSzPts val="1850"/>
              <a:buFont typeface="Arial" panose="020B0604020202020204" pitchFamily="34" charset="0"/>
              <a:buChar char="•"/>
            </a:pPr>
            <a:r>
              <a:rPr lang="en-US" sz="2000" dirty="0"/>
              <a:t>Multi-class attack categorization (DoS, Probe, R2L, U2R) can be added, enabling more granular threat classification beyond binary normal/anomaly detection. </a:t>
            </a:r>
          </a:p>
          <a:p>
            <a:pPr marL="342900" lvl="0" indent="-342900" algn="just">
              <a:lnSpc>
                <a:spcPct val="150000"/>
              </a:lnSpc>
              <a:buSzPts val="1850"/>
              <a:buFont typeface="Arial" panose="020B0604020202020204" pitchFamily="34" charset="0"/>
              <a:buChar char="•"/>
            </a:pPr>
            <a:r>
              <a:rPr lang="en-US" sz="2000" dirty="0"/>
              <a:t>Integration with SIEM (Security Information and Event Management) tools can automate alerting and incident response workflows. </a:t>
            </a:r>
          </a:p>
          <a:p>
            <a:pPr marL="342900" lvl="0" indent="-342900" algn="just">
              <a:lnSpc>
                <a:spcPct val="150000"/>
              </a:lnSpc>
              <a:buSzPts val="1850"/>
              <a:buFont typeface="Arial" panose="020B0604020202020204" pitchFamily="34" charset="0"/>
              <a:buChar char="•"/>
            </a:pPr>
            <a:r>
              <a:rPr lang="en-US" sz="2000" dirty="0"/>
              <a:t>Advanced foundation models in IBM watsonx.ai can be used to continuously improve detection accuracy and explanation quality as new attack patterns emerge. </a:t>
            </a:r>
          </a:p>
          <a:p>
            <a:pPr marL="342900" lvl="0" indent="-342900" algn="just">
              <a:lnSpc>
                <a:spcPct val="150000"/>
              </a:lnSpc>
              <a:buSzPts val="1850"/>
              <a:buFont typeface="Arial" panose="020B0604020202020204" pitchFamily="34" charset="0"/>
              <a:buChar char="•"/>
            </a:pPr>
            <a:r>
              <a:rPr lang="en-US" sz="2000" dirty="0"/>
              <a:t>The solution can be scaled to support enterprise-level, multi-network deployments, providing organizations without dedicated security teams with accessible, explainable, automated threat detection.</a:t>
            </a:r>
            <a:endParaRPr lang="en-US" sz="1850" b="1" dirty="0">
              <a:solidFill>
                <a:srgbClr val="2B3541"/>
              </a:solidFill>
              <a:latin typeface="Times New Roman"/>
              <a:cs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Certificates Earned: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327949" y="723580"/>
            <a:ext cx="786608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Getting Started with AI Credly certificate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73E7CB-8633-EFBC-36BA-04AB81451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547" y="1407476"/>
            <a:ext cx="6988906" cy="5243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327949" y="730600"/>
            <a:ext cx="543768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IBM BOB Certificate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F1FE23-D80B-E8A9-3B99-709F939A6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991" y="1368323"/>
            <a:ext cx="8336017" cy="51700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6DB391-375E-4D60-E474-61E4D8F3FC9D}"/>
              </a:ext>
            </a:extLst>
          </p:cNvPr>
          <p:cNvSpPr txBox="1"/>
          <p:nvPr/>
        </p:nvSpPr>
        <p:spPr>
          <a:xfrm>
            <a:off x="327949" y="207380"/>
            <a:ext cx="60960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Certificates Earned:</a:t>
            </a:r>
          </a:p>
        </p:txBody>
      </p:sp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889</Words>
  <Application>Microsoft Office PowerPoint</Application>
  <PresentationFormat>Widescreen</PresentationFormat>
  <Paragraphs>64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Shyamala KK</cp:lastModifiedBy>
  <cp:revision>4</cp:revision>
  <dcterms:created xsi:type="dcterms:W3CDTF">2025-07-08T05:06:56Z</dcterms:created>
  <dcterms:modified xsi:type="dcterms:W3CDTF">2026-07-13T00:20:03Z</dcterms:modified>
</cp:coreProperties>
</file>